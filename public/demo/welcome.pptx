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3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00000">
            <a:off x="6858000" y="-3474720"/>
            <a:ext cx="7498080" cy="8686800"/>
          </a:xfrm>
          <a:prstGeom prst="ellipse">
            <a:avLst/>
          </a:prstGeom>
          <a:solidFill>
            <a:srgbClr val="81916A">
              <a:alpha val="1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900000">
            <a:off x="-4572000" y="4206240"/>
            <a:ext cx="8503920" cy="4114800"/>
          </a:xfrm>
          <a:prstGeom prst="ellipse">
            <a:avLst/>
          </a:prstGeom>
          <a:solidFill>
            <a:srgbClr val="81916A">
              <a:alpha val="9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0" y="1234440"/>
            <a:ext cx="4873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500" kern="0" dirty="0">
                <a:solidFill>
                  <a:srgbClr val="AAB9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BEAUTIFUL CHURCH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24231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3F2D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우리 함께 예배합니다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AAB9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TO WORSHIP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434340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one heart, in one place.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788152" y="5212080"/>
            <a:ext cx="603504" cy="0"/>
          </a:xfrm>
          <a:prstGeom prst="line">
            <a:avLst/>
          </a:prstGeom>
          <a:noFill/>
          <a:ln w="12700">
            <a:solidFill>
              <a:srgbClr val="A6B0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6035040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F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/  03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43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00000">
            <a:off x="6858000" y="-3474720"/>
            <a:ext cx="7498080" cy="8686800"/>
          </a:xfrm>
          <a:prstGeom prst="ellipse">
            <a:avLst/>
          </a:prstGeom>
          <a:solidFill>
            <a:srgbClr val="81916A">
              <a:alpha val="1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900000">
            <a:off x="-4572000" y="4206240"/>
            <a:ext cx="8503920" cy="4114800"/>
          </a:xfrm>
          <a:prstGeom prst="ellipse">
            <a:avLst/>
          </a:prstGeom>
          <a:solidFill>
            <a:srgbClr val="81916A">
              <a:alpha val="9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0" y="1234440"/>
            <a:ext cx="4873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500" kern="0" dirty="0">
                <a:solidFill>
                  <a:srgbClr val="AAB9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BEAUTIFUL CHURCH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24231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3F2D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찬양으로 마음을 모읍니다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AAB9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MOMENT OF PRAISE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434340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everything that has breath praise the Lord.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788152" y="5212080"/>
            <a:ext cx="603504" cy="0"/>
          </a:xfrm>
          <a:prstGeom prst="line">
            <a:avLst/>
          </a:prstGeom>
          <a:noFill/>
          <a:ln w="12700">
            <a:solidFill>
              <a:srgbClr val="A6B0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6035040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F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/  03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43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00000">
            <a:off x="6858000" y="-3474720"/>
            <a:ext cx="7498080" cy="8686800"/>
          </a:xfrm>
          <a:prstGeom prst="ellipse">
            <a:avLst/>
          </a:prstGeom>
          <a:solidFill>
            <a:srgbClr val="81916A">
              <a:alpha val="1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900000">
            <a:off x="-4572000" y="4206240"/>
            <a:ext cx="8503920" cy="4114800"/>
          </a:xfrm>
          <a:prstGeom prst="ellipse">
            <a:avLst/>
          </a:prstGeom>
          <a:solidFill>
            <a:srgbClr val="81916A">
              <a:alpha val="9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0" y="1234440"/>
            <a:ext cx="4873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500" kern="0" dirty="0">
                <a:solidFill>
                  <a:srgbClr val="AAB9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BEAUTIFUL CHURCH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24231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3F2D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함께 기도합니다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AAB9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MOMENT OF PRAYER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434340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still, and know that I am God.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788152" y="5212080"/>
            <a:ext cx="603504" cy="0"/>
          </a:xfrm>
          <a:prstGeom prst="line">
            <a:avLst/>
          </a:prstGeom>
          <a:noFill/>
          <a:ln w="12700">
            <a:solidFill>
              <a:srgbClr val="A6B0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6035040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F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/  03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worship</dc:title>
  <dc:subject>Original rehearsal fixture</dc:subject>
  <dc:creator>Beautiful Church</dc:creator>
  <cp:lastModifiedBy>Beautiful Church</cp:lastModifiedBy>
  <cp:revision>1</cp:revision>
  <dcterms:created xsi:type="dcterms:W3CDTF">2026-09-20T04:42:41Z</dcterms:created>
  <dcterms:modified xsi:type="dcterms:W3CDTF">2026-09-20T04:42:41Z</dcterms:modified>
</cp:coreProperties>
</file>